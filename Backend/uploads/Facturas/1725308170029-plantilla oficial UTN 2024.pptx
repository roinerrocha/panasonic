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82380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08929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6629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19309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6442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0013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0906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45669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3630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3108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8617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6025D-F566-914C-A3BD-F8F35CC92BAB}" type="datetimeFigureOut">
              <a:rPr lang="es-CR" smtClean="0"/>
              <a:t>6/3/2024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0AB3C-5700-7F4D-9CAA-20321BCD036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75979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2C899DD-A856-F440-A3B9-CC916456C1FA}"/>
              </a:ext>
            </a:extLst>
          </p:cNvPr>
          <p:cNvSpPr txBox="1"/>
          <p:nvPr/>
        </p:nvSpPr>
        <p:spPr>
          <a:xfrm>
            <a:off x="1964709" y="2783399"/>
            <a:ext cx="487501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solidFill>
                  <a:srgbClr val="002060"/>
                </a:solidFill>
                <a:latin typeface="Century Gothic"/>
                <a:cs typeface="Century Gothic"/>
              </a:rPr>
              <a:t>Titulo Principal</a:t>
            </a:r>
          </a:p>
        </p:txBody>
      </p:sp>
    </p:spTree>
    <p:extLst>
      <p:ext uri="{BB962C8B-B14F-4D97-AF65-F5344CB8AC3E}">
        <p14:creationId xmlns:p14="http://schemas.microsoft.com/office/powerpoint/2010/main" val="387486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2C899DD-A856-F440-A3B9-CC916456C1FA}"/>
              </a:ext>
            </a:extLst>
          </p:cNvPr>
          <p:cNvSpPr txBox="1"/>
          <p:nvPr/>
        </p:nvSpPr>
        <p:spPr>
          <a:xfrm>
            <a:off x="1916881" y="159468"/>
            <a:ext cx="487501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solidFill>
                  <a:schemeClr val="bg2"/>
                </a:solidFill>
                <a:latin typeface="Century Gothic"/>
                <a:cs typeface="Century Gothic"/>
              </a:rPr>
              <a:t>Titulo Principal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D04F15-A5C5-3B4D-8A0A-59C86DDA28B2}"/>
              </a:ext>
            </a:extLst>
          </p:cNvPr>
          <p:cNvSpPr txBox="1"/>
          <p:nvPr/>
        </p:nvSpPr>
        <p:spPr>
          <a:xfrm>
            <a:off x="3461409" y="1201463"/>
            <a:ext cx="1785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rgbClr val="182956"/>
                </a:solidFill>
              </a:rPr>
              <a:t>Subtítulo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17C0369-5C12-C049-91EB-2EA53DD681DE}"/>
              </a:ext>
            </a:extLst>
          </p:cNvPr>
          <p:cNvSpPr txBox="1"/>
          <p:nvPr/>
        </p:nvSpPr>
        <p:spPr>
          <a:xfrm>
            <a:off x="813295" y="1833642"/>
            <a:ext cx="73888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 err="1">
                <a:solidFill>
                  <a:srgbClr val="182956"/>
                </a:solidFill>
              </a:rPr>
              <a:t>Lorem</a:t>
            </a:r>
            <a:r>
              <a:rPr lang="es-ES" sz="2400" dirty="0">
                <a:solidFill>
                  <a:srgbClr val="182956"/>
                </a:solidFill>
              </a:rPr>
              <a:t> </a:t>
            </a:r>
            <a:r>
              <a:rPr lang="es-ES" sz="2400" dirty="0" err="1">
                <a:solidFill>
                  <a:srgbClr val="182956"/>
                </a:solidFill>
              </a:rPr>
              <a:t>Ipsum</a:t>
            </a:r>
            <a:r>
              <a:rPr lang="es-ES" sz="2400" dirty="0">
                <a:solidFill>
                  <a:srgbClr val="182956"/>
                </a:solidFill>
              </a:rPr>
              <a:t> es simplemente el texto de relleno de las imprentas y archivos de texto. </a:t>
            </a:r>
            <a:r>
              <a:rPr lang="es-ES" sz="2400" dirty="0" err="1">
                <a:solidFill>
                  <a:srgbClr val="182956"/>
                </a:solidFill>
              </a:rPr>
              <a:t>Lorem</a:t>
            </a:r>
            <a:r>
              <a:rPr lang="es-ES" sz="2400" dirty="0">
                <a:solidFill>
                  <a:srgbClr val="182956"/>
                </a:solidFill>
              </a:rPr>
              <a:t> </a:t>
            </a:r>
            <a:r>
              <a:rPr lang="es-ES" sz="2400" dirty="0" err="1">
                <a:solidFill>
                  <a:srgbClr val="182956"/>
                </a:solidFill>
              </a:rPr>
              <a:t>Ipsum</a:t>
            </a:r>
            <a:r>
              <a:rPr lang="es-ES" sz="2400" dirty="0">
                <a:solidFill>
                  <a:srgbClr val="182956"/>
                </a:solidFill>
              </a:rPr>
              <a:t> ha sido el texto de relleno estándar de las industrias desde el año 1500, cuando un impresor (N. del T. persona que se dedica a la imprenta) desconocido usó una galería de textos y los mezcló de tal manera que logró hacer un libro de textos </a:t>
            </a:r>
            <a:r>
              <a:rPr lang="es-ES" sz="2400" dirty="0" err="1">
                <a:solidFill>
                  <a:srgbClr val="182956"/>
                </a:solidFill>
              </a:rPr>
              <a:t>especimen</a:t>
            </a:r>
            <a:r>
              <a:rPr lang="es-ES" sz="2400" dirty="0">
                <a:solidFill>
                  <a:srgbClr val="18295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0677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162</TotalTime>
  <Words>76</Words>
  <Application>Microsoft Office PowerPoint</Application>
  <PresentationFormat>Presentación en pantalla (16:9)</PresentationFormat>
  <Paragraphs>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Century Gothic</vt:lpstr>
      <vt:lpstr>Office 2013 - Tema de 2022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Geannina Sánchez Chacón</dc:creator>
  <cp:lastModifiedBy>Gricel Brenes Fernandez</cp:lastModifiedBy>
  <cp:revision>3</cp:revision>
  <dcterms:created xsi:type="dcterms:W3CDTF">2021-01-21T21:27:48Z</dcterms:created>
  <dcterms:modified xsi:type="dcterms:W3CDTF">2024-03-06T23:03:35Z</dcterms:modified>
</cp:coreProperties>
</file>